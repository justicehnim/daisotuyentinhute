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2016/3/17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2016/3/17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2016/3/17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2016/3/17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2016/3/17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2016/3/17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2016/3/17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2016/3/17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2016/3/17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2016/3/17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2016/3/17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2016/3/17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Sec. 2.7: Applications to Computer Graphics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8401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Example 1: The capital letter N is determined by eight points:</a:t>
                </a:r>
              </a:p>
              <a:p>
                <a:r>
                  <a:rPr lang="en-US" altLang="zh-TW" dirty="0"/>
                  <a:t>D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.5   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</m:m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/>
                                </a:rPr>
                                <m:t>.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6.42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8</m:t>
                              </m:r>
                            </m:e>
                          </m:mr>
                        </m:m>
                        <m:r>
                          <a:rPr lang="en-US" altLang="zh-TW" i="1">
                            <a:latin typeface="Cambria Math"/>
                          </a:rPr>
                          <m:t>  </m:t>
                        </m:r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/>
                                </a:rPr>
                                <m:t>5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.5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5.5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1.58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內容版面配置區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3789040"/>
            <a:ext cx="2431528" cy="285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596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Example 2: Shear transformation x -&gt; Ax,</a:t>
                </a:r>
              </a:p>
              <a:p>
                <a:r>
                  <a:rPr lang="en-US" altLang="zh-TW" dirty="0" smtClean="0"/>
                  <a:t>A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.25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2348880"/>
            <a:ext cx="3456384" cy="354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015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Example 3: shear transformation, and then scales all x-coordinates by .75</a:t>
                </a:r>
              </a:p>
              <a:p>
                <a:r>
                  <a:rPr lang="en-US" altLang="zh-TW" dirty="0" smtClean="0"/>
                  <a:t>S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/>
                                </a:rPr>
                                <m:t>.75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3068960"/>
            <a:ext cx="3983814" cy="307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064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Homogeneous Coordinates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altLang="zh-TW" dirty="0" smtClean="0"/>
                  <a:t>Each point (x, y) in </a:t>
                </a:r>
                <a:r>
                  <a:rPr lang="en-US" altLang="zh-TW" b="1" dirty="0" smtClean="0"/>
                  <a:t>R</a:t>
                </a:r>
                <a:r>
                  <a:rPr lang="en-US" altLang="zh-TW" baseline="30000" dirty="0" smtClean="0"/>
                  <a:t>2</a:t>
                </a:r>
                <a:r>
                  <a:rPr lang="en-US" altLang="zh-TW" dirty="0" smtClean="0"/>
                  <a:t> can be identified with the point (x, y, 1) on the plane in </a:t>
                </a:r>
                <a:r>
                  <a:rPr lang="en-US" altLang="zh-TW" b="1" dirty="0" smtClean="0"/>
                  <a:t>R</a:t>
                </a:r>
                <a:r>
                  <a:rPr lang="en-US" altLang="zh-TW" baseline="30000" dirty="0" smtClean="0"/>
                  <a:t>3</a:t>
                </a:r>
                <a:r>
                  <a:rPr lang="en-US" altLang="zh-TW" dirty="0" smtClean="0"/>
                  <a:t> that lies one unit above the </a:t>
                </a:r>
                <a:r>
                  <a:rPr lang="en-US" altLang="zh-TW" dirty="0" err="1" smtClean="0"/>
                  <a:t>xy</a:t>
                </a:r>
                <a:r>
                  <a:rPr lang="en-US" altLang="zh-TW" dirty="0" smtClean="0"/>
                  <a:t>-plane.</a:t>
                </a:r>
              </a:p>
              <a:p>
                <a:pPr lvl="1"/>
                <a:r>
                  <a:rPr lang="en-US" altLang="zh-TW" dirty="0" smtClean="0"/>
                  <a:t>(x, y) has </a:t>
                </a:r>
                <a:r>
                  <a:rPr lang="en-US" altLang="zh-TW" i="1" dirty="0" smtClean="0"/>
                  <a:t>homogeneous coordinates </a:t>
                </a:r>
                <a:r>
                  <a:rPr lang="en-US" altLang="zh-TW" dirty="0" smtClean="0"/>
                  <a:t>(x, y, 1)</a:t>
                </a:r>
              </a:p>
              <a:p>
                <a:r>
                  <a:rPr lang="en-US" altLang="zh-TW" dirty="0" smtClean="0"/>
                  <a:t>Example 5: Any linear transformation on R2 is represented by a partitioned matrix of the form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 smtClean="0"/>
                  <a:t>, where A is a 2x2 matrix.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𝑐𝑜𝑠</m:t>
                              </m:r>
                              <m:r>
                                <a:rPr lang="en-US" altLang="zh-TW" i="1">
                                  <a:latin typeface="Cambria Math"/>
                                  <a:ea typeface="Cambria Math"/>
                                </a:rPr>
                                <m:t>𝜑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𝑠𝑖𝑛</m:t>
                              </m:r>
                              <m:r>
                                <a:rPr lang="en-US" altLang="zh-TW" i="1">
                                  <a:latin typeface="Cambria Math"/>
                                  <a:ea typeface="Cambria Math"/>
                                </a:rPr>
                                <m:t>𝜑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𝑠𝑖𝑛</m:t>
                              </m:r>
                              <m:r>
                                <a:rPr lang="en-US" altLang="zh-TW" i="1">
                                  <a:latin typeface="Cambria Math"/>
                                  <a:ea typeface="Cambria Math"/>
                                </a:rPr>
                                <m:t>𝜑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𝑐𝑜𝑠</m:t>
                              </m:r>
                              <m:r>
                                <a:rPr lang="en-US" altLang="zh-TW" i="1">
                                  <a:latin typeface="Cambria Math"/>
                                  <a:ea typeface="Cambria Math"/>
                                </a:rPr>
                                <m:t>𝜑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𝑠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3504" r="-5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9834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Composite Transformations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6275040" cy="4525963"/>
          </a:xfrm>
        </p:spPr>
        <p:txBody>
          <a:bodyPr>
            <a:normAutofit fontScale="92500"/>
          </a:bodyPr>
          <a:lstStyle/>
          <a:p>
            <a:r>
              <a:rPr lang="en-US" altLang="zh-TW" dirty="0" smtClean="0"/>
              <a:t>The composite of transformations corresponds to matrix multiplication when homogeneous coordinates are used</a:t>
            </a:r>
          </a:p>
          <a:p>
            <a:r>
              <a:rPr lang="en-US" altLang="zh-TW" dirty="0" smtClean="0"/>
              <a:t>Example 6: Find the 3x3 matrix that corresponds to the composite transformation of a scaling by .3, a rotation of 90 about the origin, and finally a translation of (-.5, 2).</a:t>
            </a: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116" y="1124744"/>
            <a:ext cx="1686720" cy="566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147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Homogeneous 3D Coordinates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general, (X, Y, Z, H) are homogeneous coordinates for (x, y, z) if H</a:t>
            </a:r>
            <a:r>
              <a:rPr lang="en-US" altLang="zh-TW" dirty="0" smtClean="0">
                <a:sym typeface="Symbol"/>
              </a:rPr>
              <a:t>0 and</a:t>
            </a:r>
            <a:br>
              <a:rPr lang="en-US" altLang="zh-TW" dirty="0" smtClean="0">
                <a:sym typeface="Symbol"/>
              </a:rPr>
            </a:br>
            <a:r>
              <a:rPr lang="en-US" altLang="zh-TW" dirty="0" smtClean="0">
                <a:sym typeface="Symbol"/>
              </a:rPr>
              <a:t>x = X/H, y = Y/H, and z = Z/H.</a:t>
            </a: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3645024"/>
            <a:ext cx="2298184" cy="247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362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Perspective Projections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perspective projection maps each point (x, y, z) onto an image point (x*, y*, 0) so that the two points and the eye position, called the center of projection, are on a line.</a:t>
            </a: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592" y="3628427"/>
            <a:ext cx="4732664" cy="297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453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x*/d = x/(d-z), x* = x/(1-z/d)</a:t>
            </a:r>
          </a:p>
          <a:p>
            <a:r>
              <a:rPr lang="en-US" altLang="zh-TW" dirty="0" smtClean="0"/>
              <a:t>y* = y / (1-z/d)</a:t>
            </a:r>
          </a:p>
          <a:p>
            <a:r>
              <a:rPr lang="en-US" altLang="zh-TW" dirty="0" smtClean="0"/>
              <a:t>Using homogeneous coordinates, we can represent the perspective projection by a matrix P</a:t>
            </a:r>
          </a:p>
          <a:p>
            <a:pPr lvl="1"/>
            <a:r>
              <a:rPr lang="en-US" altLang="zh-TW" dirty="0" smtClean="0"/>
              <a:t>We want (x, y, z, 1) to map into (x, y, 0, 1-z/d)</a:t>
            </a:r>
          </a:p>
          <a:p>
            <a:pPr lvl="1"/>
            <a:r>
              <a:rPr lang="en-US" altLang="zh-TW" dirty="0" smtClean="0"/>
              <a:t>P=?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32802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438</Words>
  <Application>Microsoft Office PowerPoint</Application>
  <PresentationFormat>如螢幕大小 (4:3)</PresentationFormat>
  <Paragraphs>24</Paragraphs>
  <Slides>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Office 佈景主題</vt:lpstr>
      <vt:lpstr>Sec. 2.7: Applications to Computer Graphics</vt:lpstr>
      <vt:lpstr>PowerPoint 簡報</vt:lpstr>
      <vt:lpstr>PowerPoint 簡報</vt:lpstr>
      <vt:lpstr>PowerPoint 簡報</vt:lpstr>
      <vt:lpstr>Homogeneous Coordinates</vt:lpstr>
      <vt:lpstr>Composite Transformations</vt:lpstr>
      <vt:lpstr>Homogeneous 3D Coordinates</vt:lpstr>
      <vt:lpstr>Perspective Projections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Sec. 2.7: Applications to Computer Graphics</dc:title>
  <dc:creator>jhwang</dc:creator>
  <cp:lastModifiedBy>jhwang</cp:lastModifiedBy>
  <cp:revision>7</cp:revision>
  <dcterms:created xsi:type="dcterms:W3CDTF">2016-03-17T10:46:31Z</dcterms:created>
  <dcterms:modified xsi:type="dcterms:W3CDTF">2016-03-18T00:41:30Z</dcterms:modified>
</cp:coreProperties>
</file>