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4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0027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3254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130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7375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973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317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956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8402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9844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8879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2.9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Ma </a:t>
            </a:r>
            <a:r>
              <a:rPr lang="en-US" altLang="en-US" dirty="0" err="1"/>
              <a:t>Trận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latin typeface="+mj-lt"/>
              </a:rPr>
              <a:t>SỐ CHIỀU VÀ HẠNG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HỆ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𝑏𝑝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is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for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and suppose a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can be generated in two ways, say,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 (1)</a:t>
                </a: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Then, subtracting gives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𝑑𝑝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        (2)</a:t>
                </a: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is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the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trọng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in (2) must all be zero. That is,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d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which shows that the two representations in (1) are actually the same.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185" t="-1176" b="-9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HỆ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Suppose the set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𝑏𝑝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is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for 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For each x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the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are the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trọng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𝑐𝑝𝑏𝑝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and the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en-US" sz="2700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en-US" sz="2700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is called the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vectơ tọa độ của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) or the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vectơ tọa độ của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185" t="-1176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0803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HỆ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  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. Then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is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for H = Span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and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are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Determine if x is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and if it is, find the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tọa độ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If x is in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then the following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equation is consistent: 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181600"/>
              </a:xfrm>
              <a:blipFill>
                <a:blip r:embed="rId3"/>
                <a:stretch>
                  <a:fillRect l="-1248" r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4976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HỆ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The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vô 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s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and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if they exist, are the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-các tọa độ của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show that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 ~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Thus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2,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3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en-US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  <m:r>
                      <a:rPr lang="en-US" altLang="en-US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The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determines a “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” on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which can be visualized by the grid shown in Fig. 1 on the next slide.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181600"/>
              </a:xfrm>
              <a:blipFill>
                <a:blip r:embed="rId3"/>
                <a:stretch>
                  <a:fillRect l="-1248" t="-1176" r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31573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HỆ TỌA ĐỘ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53" y="2004081"/>
            <a:ext cx="4520347" cy="33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9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SỐ CHIỀU CỦA MỘT KHÔNG GIAN CON</a:t>
            </a: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381000" y="12954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77C97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77C97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77C97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77C97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77C97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7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nghĩa</a:t>
            </a:r>
            <a:r>
              <a:rPr lang="en-US" altLang="en-US" sz="2700" dirty="0">
                <a:cs typeface="Times New Roman" panose="02020603050405020304" pitchFamily="18" charset="0"/>
              </a:rPr>
              <a:t>: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Số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chiều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không gian con không tầm thường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H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kí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hiệu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bởi</a:t>
            </a:r>
            <a:r>
              <a:rPr lang="en-US" altLang="en-US" sz="2700" dirty="0">
                <a:cs typeface="Times New Roman" panose="02020603050405020304" pitchFamily="18" charset="0"/>
              </a:rPr>
              <a:t> dim </a:t>
            </a:r>
            <a:r>
              <a:rPr lang="en-US" altLang="en-US" sz="2700" i="1" dirty="0">
                <a:cs typeface="Times New Roman" panose="02020603050405020304" pitchFamily="18" charset="0"/>
              </a:rPr>
              <a:t>H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số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vectơ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cơ sở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bất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kì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H</a:t>
            </a:r>
            <a:r>
              <a:rPr lang="en-US" altLang="en-US" sz="2700" dirty="0">
                <a:cs typeface="Times New Roman" panose="02020603050405020304" pitchFamily="18" charset="0"/>
              </a:rPr>
              <a:t>. </a:t>
            </a:r>
            <a:r>
              <a:rPr lang="en-US" altLang="en-US" sz="2700" dirty="0" err="1">
                <a:cs typeface="Times New Roman" panose="02020603050405020304" pitchFamily="18" charset="0"/>
              </a:rPr>
              <a:t>Số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gian</a:t>
            </a:r>
            <a:r>
              <a:rPr lang="en-US" altLang="en-US" sz="2700" dirty="0">
                <a:cs typeface="Times New Roman" panose="02020603050405020304" pitchFamily="18" charset="0"/>
              </a:rPr>
              <a:t> con </a:t>
            </a:r>
            <a:r>
              <a:rPr lang="en-US" altLang="en-US" sz="2700" dirty="0" err="1">
                <a:cs typeface="Times New Roman" panose="02020603050405020304" pitchFamily="18" charset="0"/>
              </a:rPr>
              <a:t>tầm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thường</a:t>
            </a:r>
            <a:r>
              <a:rPr lang="en-US" altLang="en-US" sz="2700" dirty="0">
                <a:cs typeface="Times New Roman" panose="02020603050405020304" pitchFamily="18" charset="0"/>
              </a:rPr>
              <a:t> {0} </a:t>
            </a:r>
            <a:r>
              <a:rPr lang="vi-VN" altLang="en-US" sz="2700" dirty="0">
                <a:cs typeface="Times New Roman" panose="02020603050405020304" pitchFamily="18" charset="0"/>
              </a:rPr>
              <a:t>được định nghĩa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700" dirty="0">
                <a:cs typeface="Times New Roman" panose="02020603050405020304" pitchFamily="18" charset="0"/>
              </a:rPr>
              <a:t> 0.</a:t>
            </a: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nghĩa</a:t>
            </a:r>
            <a:r>
              <a:rPr lang="en-US" altLang="en-US" sz="2700" b="1" dirty="0">
                <a:cs typeface="Times New Roman" panose="02020603050405020304" pitchFamily="18" charset="0"/>
              </a:rPr>
              <a:t>: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Hạng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kí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hiệu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bởi</a:t>
            </a:r>
            <a:r>
              <a:rPr lang="en-US" altLang="en-US" sz="2700" dirty="0">
                <a:cs typeface="Times New Roman" panose="02020603050405020304" pitchFamily="18" charset="0"/>
              </a:rPr>
              <a:t> rank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số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gian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6713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SỐ CHIỀU CỦA MỘT KHÔNG GIAN CON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8"/>
              <p:cNvSpPr txBox="1">
                <a:spLocks noChangeArrowheads="1"/>
              </p:cNvSpPr>
              <p:nvPr/>
            </p:nvSpPr>
            <p:spPr bwMode="auto">
              <a:xfrm>
                <a:off x="473529" y="1394732"/>
                <a:ext cx="8305800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3 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200" dirty="0">
                    <a:cs typeface="Times New Roman" panose="02020603050405020304" pitchFamily="18" charset="0"/>
                  </a:rPr>
                  <a:t>A ~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−6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−9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mr>
                        </m:m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14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−20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−6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en-US" sz="22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Rút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bậc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thang: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200" dirty="0">
                    <a:cs typeface="Times New Roman" panose="02020603050405020304" pitchFamily="18" charset="0"/>
                  </a:rPr>
                  <a:t>A ~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−6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−9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mr>
                        </m:m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14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−20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−6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 ~ … ~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en-US" sz="22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2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chốt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rank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3.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529" y="1394732"/>
                <a:ext cx="8305800" cy="5181600"/>
              </a:xfrm>
              <a:prstGeom prst="rect">
                <a:avLst/>
              </a:prstGeom>
              <a:blipFill>
                <a:blip r:embed="rId3"/>
                <a:stretch>
                  <a:fillRect l="-1248" t="-1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334000"/>
            <a:ext cx="3429000" cy="4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403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SỐ CHIỀU CỦA MỘT KHÔNG GIAN CON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rank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dim Nul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15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p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blipFill>
                <a:blip r:embed="rId3"/>
                <a:stretch>
                  <a:fillRect l="-1372" t="-1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2410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89472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HẠNG VÀ 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en-US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khả</a:t>
                </a:r>
                <a:r>
                  <a:rPr lang="en-US" altLang="en-US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)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ma trận.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m.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tạo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n. 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o.  dim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p.  rank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q.  Nul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{0}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 r.  dim Nul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>
          <p:sp>
            <p:nvSpPr>
              <p:cNvPr id="6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blipFill>
                <a:blip r:embed="rId3"/>
                <a:stretch>
                  <a:fillRect l="-1805" t="-1647" r="-16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1794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89472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HẠNG VÀ 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minh: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(m)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là tương đương 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biểus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(e)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(h)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Năm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còn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nối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trước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dãy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tầm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)⟹(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)⇒(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)⇒(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)⇒(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)⇒(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)⇒(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(g),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Ax = 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ít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(n),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Ax = 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blipFill>
                <a:blip r:embed="rId3"/>
                <a:stretch>
                  <a:fillRect l="-1155" t="-1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4162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2.9-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89472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HẠNG VÀ 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8"/>
              <p:cNvSpPr txBox="1">
                <a:spLocks noChangeArrowheads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77C97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chiều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n,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dim Nul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Nul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{0}.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Vậy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(q)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tầm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(d).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(d)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(g)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là tương đương 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hoàn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Rectang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371600"/>
                <a:ext cx="8441872" cy="5181600"/>
              </a:xfrm>
              <a:prstGeom prst="rect">
                <a:avLst/>
              </a:prstGeom>
              <a:blipFill>
                <a:blip r:embed="rId3"/>
                <a:stretch>
                  <a:fillRect l="-1155" t="-1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38107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13167</TotalTime>
  <Words>675</Words>
  <Application>Microsoft Office PowerPoint</Application>
  <PresentationFormat>On-screen Show (4:3)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Đại Số Ma Trận</vt:lpstr>
      <vt:lpstr>HỆ TỌA ĐỘ</vt:lpstr>
      <vt:lpstr>HỆ TỌA ĐỘ</vt:lpstr>
      <vt:lpstr>HỆ TỌA ĐỘ</vt:lpstr>
      <vt:lpstr>HỆ TỌA ĐỘ</vt:lpstr>
      <vt:lpstr>HỆ TỌA ĐỘ</vt:lpstr>
      <vt:lpstr>SỐ CHIỀU CỦA MỘT KHÔNG GIAN CON</vt:lpstr>
      <vt:lpstr>SỐ CHIỀU CỦA MỘT KHÔNG GIAN CON</vt:lpstr>
      <vt:lpstr>SỐ CHIỀU CỦA MỘT KHÔNG GIAN CON</vt:lpstr>
      <vt:lpstr>HẠNG VÀ ĐỊNH LÍ MA TRẬN KHẢ NGHỊCH</vt:lpstr>
      <vt:lpstr>HẠNG VÀ ĐỊNH LÍ MA TRẬN KHẢ NGHỊCH</vt:lpstr>
      <vt:lpstr>HẠNG VÀ ĐỊNH LÍ MA TRẬN KHẢ NGHỊCH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995</cp:revision>
  <dcterms:created xsi:type="dcterms:W3CDTF">2005-10-22T18:34:54Z</dcterms:created>
  <dcterms:modified xsi:type="dcterms:W3CDTF">2016-07-28T11:46:04Z</dcterms:modified>
</cp:coreProperties>
</file>